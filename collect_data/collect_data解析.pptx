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6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985568-871B-615B-5F00-8D2CD92B5D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65363E-4DEA-A350-5D66-D5579078C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F381B2-9384-2000-2559-3F965FEA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AABF-D457-4869-986B-939FFB3CB4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66E3D9-1801-EF02-BE27-8ADE1D79B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1444C7-C9E0-F0B4-7F00-BA5F63751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420-BF93-46CC-BC33-930CC540A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231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58E71-9240-C15E-1834-770AA1C7B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8B5DAD-1980-218E-CDFE-989A7B84A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5D44AE-D2D2-508D-74E1-FB64BFF3B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AABF-D457-4869-986B-939FFB3CB4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E3377D-EFB4-F013-5B51-40DDA9C27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DEC34-C005-8F1C-FEB4-1997D0E56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420-BF93-46CC-BC33-930CC540A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557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342237-C3F4-27EE-04E1-946E7FB9B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7B7F6D-C89F-602F-CD79-AD5CCF455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E6890E-A901-2159-DC28-1B3BC0C16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AABF-D457-4869-986B-939FFB3CB4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3729A4-0AA3-9D0E-B86B-BE5A9C594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766C18-FE0A-D5E9-DC8A-4A4324D13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420-BF93-46CC-BC33-930CC540A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73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230590-555F-4368-82C7-F244B5B0C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E2EDDA-2A5E-F644-8EEA-66D969EBA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3003E1-DDFD-F6C1-79A3-67CDD217E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3FEBF0-C9F3-CDB3-A374-61B7F2D7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AABF-D457-4869-986B-939FFB3CB4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CF5298-C0DA-C7E0-E4A0-DFA9F5903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42BA51-D972-43B1-F4BD-4A1D2F00E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420-BF93-46CC-BC33-930CC540A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314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366FFD-ADAF-255C-953F-A00FB01E3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2AD34A-B252-5CFA-76C2-9C06D9FDE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3C21B2-91F2-F87C-EDF7-0FA8248F5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0D43DA-562D-78FB-5502-59A9EE016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EF9199F-A775-61F6-19D4-892604C4C6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F735B8E-82B3-B1EE-B448-F6D54AD70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AABF-D457-4869-986B-939FFB3CB4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5AA8EE-367B-D21F-D7CC-ACF6F56CA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8B06A7-2915-8FF3-3515-DF99DA2D8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420-BF93-46CC-BC33-930CC540A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698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A42B5-F261-2DDC-BD11-27F219863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123325-AA15-BDF1-B690-FC95E47B1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AABF-D457-4869-986B-939FFB3CB4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FA9142-CA5B-0C39-DD80-E89F10E8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A943D8-696F-AB79-8BBC-1714A1770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420-BF93-46CC-BC33-930CC540A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777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D641CF-005A-2D11-CBA1-F71528E56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AABF-D457-4869-986B-939FFB3CB4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BACDD2-AC9B-118E-E798-CBC9F8E9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E1B61D-5488-3BCE-D1D4-C6E88BAE2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420-BF93-46CC-BC33-930CC540A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983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516AF0-A702-5D5B-6BDB-EBC38D130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230633-4E78-59FD-1ADF-B0E64BA1E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4801836-BC71-36CA-0D52-4B266DA63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7898FB-5F1F-CD8B-9C68-D2026D24D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AABF-D457-4869-986B-939FFB3CB4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8B2E3E-1E34-1F84-6FA2-7A6F776A6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167BB8-7E54-C0A1-68BB-D2740054A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420-BF93-46CC-BC33-930CC540A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675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F5423-4AE1-0438-0666-4494B18AB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3B16B76-7E51-06D8-415F-363FF2BB5D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48E9B8-E93E-0834-C70F-3D4944779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26A502-8432-3E64-4E2F-FB0111390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AABF-D457-4869-986B-939FFB3CB4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8E669A-E8A3-86C0-29D8-8018329C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321FDC-80E5-35A6-4106-BA9000930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420-BF93-46CC-BC33-930CC540A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430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32876A-F4D1-47E2-82C0-E975DC2CC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D9D3E4-1E71-C357-B23E-12F257C46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DDC62C-720A-8DF0-E559-1C0BAE61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AABF-D457-4869-986B-939FFB3CB4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0777E6-CC00-EDC7-1BED-6BB5114B7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180B46-BB4D-C3C4-936A-58269E0BF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420-BF93-46CC-BC33-930CC540A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81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A43E0F5-872F-E3BB-AF7E-EDE3AD775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3B30D6-CC16-52D0-AE2D-02A0C5CBD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C7784D-7742-460E-CF71-0375674B7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7AABF-D457-4869-986B-939FFB3CB4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112D05-62C6-9230-FFC6-01D85F3A6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CAF8EA-A7BC-7FE3-5B6D-BBB1FF36A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09420-BF93-46CC-BC33-930CC540A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107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576E689-C8EE-D86F-F9E9-4A7EB5B07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943D8D-CA38-D839-939C-EE902CD15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8D26C8-4F26-432D-8FD5-C0D40A7490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7AABF-D457-4869-986B-939FFB3CB4C1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345385-FB88-C970-2A6B-035BF78325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68CE6E-6238-46B0-37C0-F4CCBA9EB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09420-BF93-46CC-BC33-930CC540AD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422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F8B167-E795-7FD8-1121-843998FD06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Collect_data</a:t>
            </a:r>
            <a:r>
              <a:rPr lang="zh-CN" altLang="en-US" dirty="0"/>
              <a:t>代码解析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5F144DC-61B0-DAC1-64A8-13F18BFA37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895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7381AB-D5C0-54FA-C9B6-DFE974666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26B1BF-71C3-91D9-EC77-FFC1513FF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该代码是一个在 </a:t>
            </a:r>
            <a:r>
              <a:rPr lang="en-US" altLang="zh-CN" b="1" dirty="0"/>
              <a:t>ROS</a:t>
            </a:r>
            <a:r>
              <a:rPr lang="zh-CN" altLang="en-US" dirty="0"/>
              <a:t> 环境下运行的采集脚本：</a:t>
            </a:r>
            <a:r>
              <a:rPr lang="zh-CN" altLang="en-US" b="1" dirty="0"/>
              <a:t>同步采集多相机彩色图 </a:t>
            </a:r>
            <a:r>
              <a:rPr lang="en-US" altLang="zh-CN" b="1" dirty="0"/>
              <a:t>+</a:t>
            </a:r>
            <a:r>
              <a:rPr lang="zh-CN" altLang="en-US" b="1" dirty="0"/>
              <a:t>（可选）深度图 </a:t>
            </a:r>
            <a:r>
              <a:rPr lang="en-US" altLang="zh-CN" b="1" dirty="0"/>
              <a:t>+ </a:t>
            </a:r>
            <a:r>
              <a:rPr lang="zh-CN" altLang="en-US" b="1" dirty="0"/>
              <a:t>主</a:t>
            </a:r>
            <a:r>
              <a:rPr lang="en-US" altLang="zh-CN" b="1" dirty="0"/>
              <a:t>/</a:t>
            </a:r>
            <a:r>
              <a:rPr lang="zh-CN" altLang="en-US" b="1" dirty="0"/>
              <a:t>从机械臂关节状态 </a:t>
            </a:r>
            <a:r>
              <a:rPr lang="en-US" altLang="zh-CN" b="1" dirty="0"/>
              <a:t>+</a:t>
            </a:r>
            <a:r>
              <a:rPr lang="zh-CN" altLang="en-US" b="1" dirty="0"/>
              <a:t>（可选）机器人底盘里程计</a:t>
            </a:r>
            <a:r>
              <a:rPr lang="zh-CN" altLang="en-US" dirty="0"/>
              <a:t>，把一次 </a:t>
            </a:r>
            <a:r>
              <a:rPr lang="en-US" altLang="zh-CN" dirty="0"/>
              <a:t>episode</a:t>
            </a:r>
            <a:r>
              <a:rPr lang="zh-CN" altLang="en-US" dirty="0"/>
              <a:t>（</a:t>
            </a:r>
            <a:r>
              <a:rPr lang="en-US" altLang="zh-CN" dirty="0"/>
              <a:t>T </a:t>
            </a:r>
            <a:r>
              <a:rPr lang="zh-CN" altLang="en-US" dirty="0"/>
              <a:t>个 </a:t>
            </a:r>
            <a:r>
              <a:rPr lang="en-US" altLang="zh-CN" dirty="0"/>
              <a:t>time steps</a:t>
            </a:r>
            <a:r>
              <a:rPr lang="zh-CN" altLang="en-US" dirty="0"/>
              <a:t>）的数据按 </a:t>
            </a:r>
            <a:r>
              <a:rPr lang="en-US" altLang="zh-CN" dirty="0" err="1"/>
              <a:t>dm_env.TimeStep</a:t>
            </a:r>
            <a:r>
              <a:rPr lang="zh-CN" altLang="en-US" dirty="0"/>
              <a:t> 风格打包并保存为 </a:t>
            </a:r>
            <a:r>
              <a:rPr lang="en-US" altLang="zh-CN" dirty="0"/>
              <a:t>HDF5 </a:t>
            </a:r>
            <a:r>
              <a:rPr lang="zh-CN" altLang="en-US" dirty="0"/>
              <a:t>文件，供训练</a:t>
            </a:r>
            <a:r>
              <a:rPr lang="en-US" altLang="zh-CN" dirty="0"/>
              <a:t>/</a:t>
            </a:r>
            <a:r>
              <a:rPr lang="zh-CN" altLang="en-US" dirty="0"/>
              <a:t>回放使用。流程：</a:t>
            </a:r>
            <a:r>
              <a:rPr lang="zh-CN" altLang="en-US" b="1" dirty="0"/>
              <a:t>订阅话题 → 缓存消息 → 以时间戳对齐取出一组帧 → 封装为 </a:t>
            </a:r>
            <a:r>
              <a:rPr lang="en-US" altLang="zh-CN" b="1" dirty="0"/>
              <a:t>observation/time-step </a:t>
            </a:r>
            <a:r>
              <a:rPr lang="zh-CN" altLang="en-US" b="1" dirty="0"/>
              <a:t>并记录对应 </a:t>
            </a:r>
            <a:r>
              <a:rPr lang="en-US" altLang="zh-CN" b="1" dirty="0"/>
              <a:t>action → </a:t>
            </a:r>
            <a:r>
              <a:rPr lang="zh-CN" altLang="en-US" b="1" dirty="0"/>
              <a:t>保存为 </a:t>
            </a:r>
            <a:r>
              <a:rPr lang="en-US" altLang="zh-CN" b="1" dirty="0"/>
              <a:t>HDF5</a:t>
            </a:r>
            <a:r>
              <a:rPr lang="zh-CN" altLang="en-US" b="1" dirty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5632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82646-CF08-672C-B612-4021CEDF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调用命令行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E3DC39-F388-4491-D367-D37A1D835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411"/>
            <a:ext cx="10515600" cy="4351338"/>
          </a:xfrm>
        </p:spPr>
        <p:txBody>
          <a:bodyPr/>
          <a:lstStyle/>
          <a:p>
            <a:r>
              <a:rPr lang="en-US" altLang="zh-CN" dirty="0"/>
              <a:t>python collect_data.py --</a:t>
            </a:r>
            <a:r>
              <a:rPr lang="en-US" altLang="zh-CN" dirty="0" err="1"/>
              <a:t>dataset_dir</a:t>
            </a:r>
            <a:r>
              <a:rPr lang="en-US" altLang="zh-CN" dirty="0"/>
              <a:t> ~/data --</a:t>
            </a:r>
            <a:r>
              <a:rPr lang="en-US" altLang="zh-CN" dirty="0" err="1"/>
              <a:t>max_timesteps</a:t>
            </a:r>
            <a:r>
              <a:rPr lang="en-US" altLang="zh-CN" dirty="0"/>
              <a:t> 500 --</a:t>
            </a:r>
            <a:r>
              <a:rPr lang="en-US" altLang="zh-CN" dirty="0" err="1"/>
              <a:t>episode_idx</a:t>
            </a:r>
            <a:r>
              <a:rPr lang="en-US" altLang="zh-CN" dirty="0"/>
              <a:t> 0</a:t>
            </a:r>
          </a:p>
          <a:p>
            <a:r>
              <a:rPr lang="zh-CN" altLang="en-US" dirty="0"/>
              <a:t>数据采集完成后会保存到</a:t>
            </a:r>
            <a:r>
              <a:rPr lang="en-US" altLang="zh-CN" dirty="0"/>
              <a:t>`${</a:t>
            </a:r>
            <a:r>
              <a:rPr lang="en-US" altLang="zh-CN" dirty="0" err="1"/>
              <a:t>dataset_dir</a:t>
            </a:r>
            <a:r>
              <a:rPr lang="en-US" altLang="zh-CN" dirty="0"/>
              <a:t>}/${</a:t>
            </a:r>
            <a:r>
              <a:rPr lang="en-US" altLang="zh-CN" dirty="0" err="1"/>
              <a:t>task_name</a:t>
            </a:r>
            <a:r>
              <a:rPr lang="en-US" altLang="zh-CN" dirty="0"/>
              <a:t>}`</a:t>
            </a:r>
            <a:r>
              <a:rPr lang="zh-CN" altLang="en-US" dirty="0"/>
              <a:t>目录下</a:t>
            </a:r>
            <a:endParaRPr lang="en-US" altLang="zh-CN" dirty="0"/>
          </a:p>
          <a:p>
            <a:r>
              <a:rPr lang="zh-CN" altLang="en-US" dirty="0"/>
              <a:t>运行上面这句代码</a:t>
            </a:r>
            <a:r>
              <a:rPr lang="en-US" altLang="zh-CN" dirty="0"/>
              <a:t>,</a:t>
            </a:r>
            <a:r>
              <a:rPr lang="zh-CN" altLang="en-US" dirty="0"/>
              <a:t>其他参数采用默认值（默认值在</a:t>
            </a:r>
            <a:r>
              <a:rPr lang="en-US" altLang="zh-CN" dirty="0" err="1"/>
              <a:t>get_argument</a:t>
            </a:r>
            <a:r>
              <a:rPr lang="zh-CN" altLang="en-US" dirty="0"/>
              <a:t>函数中设置，命令行中可以修改参数值）。产生数据集</a:t>
            </a:r>
            <a:r>
              <a:rPr lang="en-US" altLang="zh-CN" dirty="0"/>
              <a:t>episode_0.hdf5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D033A7-9EC2-B7C1-CF0D-3300D0C62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811" y="4026678"/>
            <a:ext cx="5683468" cy="277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54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A1CBB1-657A-825A-609C-B7F604DF2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save_data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9FEDDD-9D37-75F1-D78B-73D7E3CD1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将内存中的 </a:t>
            </a:r>
            <a:r>
              <a:rPr lang="en-US" altLang="zh-CN" dirty="0"/>
              <a:t>timesteps</a:t>
            </a:r>
            <a:r>
              <a:rPr lang="zh-CN" altLang="en-US" dirty="0"/>
              <a:t>（长度为 </a:t>
            </a:r>
            <a:r>
              <a:rPr lang="en-US" altLang="zh-CN" dirty="0"/>
              <a:t>T+1</a:t>
            </a:r>
            <a:r>
              <a:rPr lang="zh-CN" altLang="en-US" dirty="0"/>
              <a:t>）和 </a:t>
            </a:r>
            <a:r>
              <a:rPr lang="en-US" altLang="zh-CN" dirty="0"/>
              <a:t>actions</a:t>
            </a:r>
            <a:r>
              <a:rPr lang="zh-CN" altLang="en-US" dirty="0"/>
              <a:t>（长度为 </a:t>
            </a:r>
            <a:r>
              <a:rPr lang="en-US" altLang="zh-CN" dirty="0"/>
              <a:t>T</a:t>
            </a:r>
            <a:r>
              <a:rPr lang="zh-CN" altLang="en-US" dirty="0"/>
              <a:t>）解包成数组字典 </a:t>
            </a:r>
            <a:r>
              <a:rPr lang="en-US" altLang="zh-CN" dirty="0" err="1"/>
              <a:t>data_dict</a:t>
            </a:r>
            <a:r>
              <a:rPr lang="zh-CN" altLang="en-US" dirty="0"/>
              <a:t>并写入 </a:t>
            </a:r>
            <a:r>
              <a:rPr lang="en-US" altLang="zh-CN" dirty="0"/>
              <a:t>HDF5 </a:t>
            </a:r>
            <a:r>
              <a:rPr lang="zh-CN" altLang="en-US" dirty="0"/>
              <a:t>文件。</a:t>
            </a:r>
            <a:endParaRPr lang="en-US" altLang="zh-CN" dirty="0"/>
          </a:p>
          <a:p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save_data</a:t>
            </a:r>
            <a:r>
              <a:rPr lang="en-US" altLang="zh-CN" dirty="0"/>
              <a:t>(</a:t>
            </a:r>
            <a:r>
              <a:rPr lang="en-US" altLang="zh-CN" dirty="0" err="1"/>
              <a:t>args</a:t>
            </a:r>
            <a:r>
              <a:rPr lang="en-US" altLang="zh-CN" dirty="0"/>
              <a:t>, timesteps, actions, </a:t>
            </a:r>
            <a:r>
              <a:rPr lang="en-US" altLang="zh-CN" dirty="0" err="1"/>
              <a:t>dataset_path</a:t>
            </a:r>
            <a:r>
              <a:rPr lang="en-US" altLang="zh-CN" dirty="0"/>
              <a:t>)</a:t>
            </a:r>
            <a:r>
              <a:rPr lang="zh-CN" altLang="en-US" dirty="0"/>
              <a:t>输入为时间步</a:t>
            </a:r>
            <a:r>
              <a:rPr lang="en-US" altLang="zh-CN" dirty="0"/>
              <a:t>timesteps</a:t>
            </a:r>
            <a:r>
              <a:rPr lang="zh-CN" altLang="en-US" dirty="0"/>
              <a:t>（长度 </a:t>
            </a:r>
            <a:r>
              <a:rPr lang="en-US" altLang="zh-CN" dirty="0"/>
              <a:t>T+1</a:t>
            </a:r>
            <a:r>
              <a:rPr lang="zh-CN" altLang="en-US" dirty="0"/>
              <a:t>，按 </a:t>
            </a:r>
            <a:r>
              <a:rPr lang="en-US" altLang="zh-CN" dirty="0" err="1"/>
              <a:t>dm_env.TimeStep</a:t>
            </a:r>
            <a:r>
              <a:rPr lang="zh-CN" altLang="en-US" dirty="0"/>
              <a:t>），行动</a:t>
            </a:r>
            <a:r>
              <a:rPr lang="en-US" altLang="zh-CN" dirty="0"/>
              <a:t>actions</a:t>
            </a:r>
            <a:r>
              <a:rPr lang="zh-CN" altLang="en-US" dirty="0"/>
              <a:t>（长度 </a:t>
            </a:r>
            <a:r>
              <a:rPr lang="en-US" altLang="zh-CN" dirty="0"/>
              <a:t>T</a:t>
            </a:r>
            <a:r>
              <a:rPr lang="zh-CN" altLang="en-US" dirty="0"/>
              <a:t>），以及保存路径前缀 </a:t>
            </a:r>
            <a:r>
              <a:rPr lang="en-US" altLang="zh-CN" dirty="0" err="1"/>
              <a:t>dataset_path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5461BD-E73B-4EB7-C254-D9119AF85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77" y="2665161"/>
            <a:ext cx="5631116" cy="1967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70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29353E-9C5C-C008-D4FE-C0DB93D95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535"/>
            <a:ext cx="10515600" cy="5893428"/>
          </a:xfrm>
        </p:spPr>
        <p:txBody>
          <a:bodyPr/>
          <a:lstStyle/>
          <a:p>
            <a:r>
              <a:rPr lang="en-US" altLang="zh-CN" dirty="0"/>
              <a:t>HDF5</a:t>
            </a:r>
            <a:r>
              <a:rPr lang="zh-CN" altLang="en-US" dirty="0"/>
              <a:t>文件中包含：</a:t>
            </a:r>
            <a:endParaRPr lang="en-US" altLang="zh-CN" dirty="0"/>
          </a:p>
          <a:p>
            <a:r>
              <a:rPr lang="zh-CN" altLang="en-US" dirty="0"/>
              <a:t>属性</a:t>
            </a:r>
            <a:r>
              <a:rPr lang="pt-BR" altLang="zh-CN" dirty="0"/>
              <a:t>attributes: sim=False</a:t>
            </a:r>
            <a:r>
              <a:rPr lang="zh-CN" altLang="en-US" dirty="0"/>
              <a:t>（是否仿真）</a:t>
            </a:r>
            <a:r>
              <a:rPr lang="pt-BR" altLang="zh-CN" dirty="0"/>
              <a:t>, compress=False</a:t>
            </a:r>
            <a:r>
              <a:rPr lang="zh-CN" altLang="en-US" dirty="0"/>
              <a:t>（图像是否压缩）</a:t>
            </a:r>
            <a:endParaRPr lang="en-US" altLang="zh-CN" dirty="0"/>
          </a:p>
          <a:p>
            <a:r>
              <a:rPr lang="zh-CN" altLang="en-US" dirty="0"/>
              <a:t>创建观测状态组</a:t>
            </a:r>
            <a:r>
              <a:rPr lang="en-US" altLang="zh-CN" dirty="0"/>
              <a:t>observations</a:t>
            </a:r>
            <a:r>
              <a:rPr lang="zh-CN" altLang="en-US" dirty="0"/>
              <a:t>，并在该组下创建图像组</a:t>
            </a:r>
            <a:r>
              <a:rPr lang="en-US" altLang="zh-CN" dirty="0"/>
              <a:t>images</a:t>
            </a:r>
            <a:r>
              <a:rPr lang="zh-CN" altLang="en-US" dirty="0"/>
              <a:t>，并用</a:t>
            </a:r>
            <a:r>
              <a:rPr lang="en-US" altLang="zh-CN" dirty="0" err="1"/>
              <a:t>cam_name</a:t>
            </a:r>
            <a:r>
              <a:rPr lang="zh-CN" altLang="en-US" dirty="0"/>
              <a:t>给每个相机创建一个数据集，存储图像数据</a:t>
            </a:r>
            <a:endParaRPr lang="en-US" altLang="zh-CN" dirty="0"/>
          </a:p>
          <a:p>
            <a:r>
              <a:rPr lang="zh-CN" altLang="en-US" dirty="0"/>
              <a:t>若选择使用深度图，还会修改上面三个数据集格式</a:t>
            </a:r>
            <a:endParaRPr lang="en-US" altLang="zh-CN" dirty="0"/>
          </a:p>
          <a:p>
            <a:r>
              <a:rPr lang="zh-CN" altLang="en-US" dirty="0"/>
              <a:t>观测状态组</a:t>
            </a:r>
            <a:r>
              <a:rPr lang="en-US" altLang="zh-CN" dirty="0"/>
              <a:t>observations </a:t>
            </a:r>
            <a:r>
              <a:rPr lang="zh-CN" altLang="en-US" dirty="0"/>
              <a:t>中还包括</a:t>
            </a:r>
            <a:r>
              <a:rPr lang="en-US" altLang="zh-CN" dirty="0" err="1"/>
              <a:t>qpos</a:t>
            </a:r>
            <a:r>
              <a:rPr lang="en-US" altLang="zh-CN" dirty="0"/>
              <a:t>, </a:t>
            </a:r>
            <a:r>
              <a:rPr lang="en-US" altLang="zh-CN" dirty="0" err="1"/>
              <a:t>qvel</a:t>
            </a:r>
            <a:r>
              <a:rPr lang="en-US" altLang="zh-CN" dirty="0"/>
              <a:t>, effort</a:t>
            </a:r>
            <a:r>
              <a:rPr lang="zh-CN" altLang="en-US" dirty="0"/>
              <a:t>关节位置、速度、力</a:t>
            </a:r>
            <a:endParaRPr lang="en-US" altLang="zh-CN" dirty="0"/>
          </a:p>
          <a:p>
            <a:r>
              <a:rPr lang="zh-CN" altLang="en-US" dirty="0"/>
              <a:t>写入数据机器人实际发的动作</a:t>
            </a:r>
            <a:r>
              <a:rPr lang="en-US" altLang="zh-CN" dirty="0"/>
              <a:t>action</a:t>
            </a:r>
            <a:r>
              <a:rPr lang="zh-CN" altLang="en-US" dirty="0"/>
              <a:t>和机器人底盘速度</a:t>
            </a:r>
            <a:r>
              <a:rPr lang="en-US" altLang="zh-CN" dirty="0" err="1"/>
              <a:t>base_action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59513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F3838D-D9C0-DCA8-C976-6AE91DA71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</a:t>
            </a:r>
            <a:r>
              <a:rPr lang="en-US" altLang="zh-CN" dirty="0" err="1"/>
              <a:t>RosOperator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08EE95-AE5C-7BD5-AE13-803419DE4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负责所有 </a:t>
            </a:r>
            <a:r>
              <a:rPr lang="en-US" altLang="zh-CN" dirty="0"/>
              <a:t>ROS </a:t>
            </a:r>
            <a:r>
              <a:rPr lang="zh-CN" altLang="en-US" dirty="0"/>
              <a:t>订阅、帧同步与数据打包。</a:t>
            </a:r>
          </a:p>
          <a:p>
            <a:r>
              <a:rPr lang="zh-CN" altLang="en-US" dirty="0"/>
              <a:t>包括</a:t>
            </a:r>
            <a:r>
              <a:rPr lang="en-US" altLang="zh-CN" dirty="0"/>
              <a:t>__</a:t>
            </a:r>
            <a:r>
              <a:rPr lang="en-US" altLang="zh-CN" dirty="0" err="1"/>
              <a:t>init</a:t>
            </a:r>
            <a:r>
              <a:rPr lang="en-US" altLang="zh-CN" dirty="0"/>
              <a:t>__(self, </a:t>
            </a:r>
            <a:r>
              <a:rPr lang="en-US" altLang="zh-CN" dirty="0" err="1"/>
              <a:t>args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 err="1"/>
              <a:t>init</a:t>
            </a:r>
            <a:r>
              <a:rPr lang="en-US" altLang="zh-CN" dirty="0"/>
              <a:t>(self)</a:t>
            </a:r>
            <a:r>
              <a:rPr lang="zh-CN" altLang="en-US" dirty="0"/>
              <a:t>，</a:t>
            </a:r>
            <a:r>
              <a:rPr lang="en-US" altLang="zh-CN" dirty="0" err="1"/>
              <a:t>get_frame</a:t>
            </a:r>
            <a:r>
              <a:rPr lang="en-US" altLang="zh-CN" dirty="0"/>
              <a:t>(self)</a:t>
            </a:r>
            <a:r>
              <a:rPr lang="zh-CN" altLang="en-US" dirty="0"/>
              <a:t>，各话题回调函数</a:t>
            </a:r>
            <a:r>
              <a:rPr lang="en-US" altLang="zh-CN" dirty="0" err="1"/>
              <a:t>xx_callback</a:t>
            </a:r>
            <a:r>
              <a:rPr lang="en-US" altLang="zh-CN" dirty="0"/>
              <a:t> (self, msg)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init_ros</a:t>
            </a:r>
            <a:r>
              <a:rPr lang="en-US" altLang="zh-CN" dirty="0"/>
              <a:t>(self)</a:t>
            </a:r>
            <a:r>
              <a:rPr lang="zh-CN" altLang="en-US" dirty="0"/>
              <a:t>，</a:t>
            </a:r>
            <a:r>
              <a:rPr lang="en-US" altLang="zh-CN" dirty="0"/>
              <a:t> process(self)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get_arguments</a:t>
            </a:r>
            <a:r>
              <a:rPr lang="en-US" altLang="zh-CN" dirty="0"/>
              <a:t>()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48883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802803-210C-6208-015A-A96FE07E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def __</a:t>
            </a:r>
            <a:r>
              <a:rPr lang="en-US" altLang="zh-CN" dirty="0" err="1"/>
              <a:t>init</a:t>
            </a:r>
            <a:r>
              <a:rPr lang="en-US" altLang="zh-CN" dirty="0"/>
              <a:t>__(self, </a:t>
            </a:r>
            <a:r>
              <a:rPr lang="en-US" altLang="zh-CN" dirty="0" err="1"/>
              <a:t>args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651F77-93A6-E0C1-4448-C42F19C5C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使用多个 </a:t>
            </a:r>
            <a:r>
              <a:rPr lang="en-US" altLang="zh-CN" dirty="0"/>
              <a:t>deque() </a:t>
            </a:r>
            <a:r>
              <a:rPr lang="zh-CN" altLang="en-US" dirty="0"/>
              <a:t>缓存不同话题接收到的消息（每种传感器一个 </a:t>
            </a:r>
            <a:r>
              <a:rPr lang="en-US" altLang="zh-CN" dirty="0"/>
              <a:t>deque</a:t>
            </a:r>
            <a:r>
              <a:rPr lang="zh-CN" altLang="en-US" dirty="0"/>
              <a:t>，默认手动管理大小上限）。</a:t>
            </a:r>
          </a:p>
          <a:p>
            <a:r>
              <a:rPr lang="zh-CN" altLang="en-US" dirty="0"/>
              <a:t>用于初始化各个 </a:t>
            </a:r>
            <a:r>
              <a:rPr lang="en-US" altLang="zh-CN" dirty="0"/>
              <a:t>deque</a:t>
            </a:r>
            <a:r>
              <a:rPr lang="zh-CN" altLang="en-US" dirty="0"/>
              <a:t>，并创建 </a:t>
            </a:r>
            <a:r>
              <a:rPr lang="en-US" altLang="zh-CN" dirty="0"/>
              <a:t>ROS </a:t>
            </a:r>
            <a:r>
              <a:rPr lang="zh-CN" altLang="en-US" dirty="0"/>
              <a:t>节点与订阅话题。</a:t>
            </a:r>
            <a:endParaRPr lang="en-US" altLang="zh-CN" dirty="0"/>
          </a:p>
          <a:p>
            <a:r>
              <a:rPr lang="zh-CN" altLang="en-US" dirty="0"/>
              <a:t>格式为</a:t>
            </a:r>
            <a:r>
              <a:rPr lang="en-US" altLang="zh-CN" dirty="0" err="1"/>
              <a:t>self.xx_deque</a:t>
            </a:r>
            <a:r>
              <a:rPr lang="en-US" altLang="zh-CN" dirty="0"/>
              <a:t> = None</a:t>
            </a:r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3003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813D9-9123-CD3C-D704-1C53C7A13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def </a:t>
            </a:r>
            <a:r>
              <a:rPr lang="en-US" altLang="zh-CN" dirty="0" err="1"/>
              <a:t>init</a:t>
            </a:r>
            <a:r>
              <a:rPr lang="en-US" altLang="zh-CN" dirty="0"/>
              <a:t>(self):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C4491E-42E5-2695-3943-83022E530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初始化 </a:t>
            </a:r>
            <a:r>
              <a:rPr lang="en-US" altLang="zh-CN" dirty="0" err="1"/>
              <a:t>CvBridge</a:t>
            </a:r>
            <a:r>
              <a:rPr lang="en-US" altLang="zh-CN" dirty="0"/>
              <a:t> </a:t>
            </a:r>
            <a:r>
              <a:rPr lang="zh-CN" altLang="en-US" dirty="0"/>
              <a:t>和各个 </a:t>
            </a:r>
            <a:r>
              <a:rPr lang="en-US" altLang="zh-CN" dirty="0"/>
              <a:t>deque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其中</a:t>
            </a:r>
            <a:r>
              <a:rPr lang="en-US" altLang="zh-CN" dirty="0" err="1"/>
              <a:t>CvBridge</a:t>
            </a:r>
            <a:r>
              <a:rPr lang="en-US" altLang="zh-CN" dirty="0"/>
              <a:t> </a:t>
            </a:r>
            <a:r>
              <a:rPr lang="zh-CN" altLang="en-US" dirty="0"/>
              <a:t>用于将 </a:t>
            </a:r>
            <a:r>
              <a:rPr lang="en-US" altLang="zh-CN" dirty="0"/>
              <a:t>ROS </a:t>
            </a:r>
            <a:r>
              <a:rPr lang="en-US" altLang="zh-CN" dirty="0" err="1"/>
              <a:t>sensor_msgs</a:t>
            </a:r>
            <a:r>
              <a:rPr lang="en-US" altLang="zh-CN" dirty="0"/>
              <a:t>/Image </a:t>
            </a:r>
            <a:r>
              <a:rPr lang="zh-CN" altLang="en-US" dirty="0"/>
              <a:t>转成 </a:t>
            </a:r>
            <a:r>
              <a:rPr lang="en-US" altLang="zh-CN" dirty="0"/>
              <a:t>OpenCV </a:t>
            </a:r>
            <a:r>
              <a:rPr lang="zh-CN" altLang="en-US" dirty="0"/>
              <a:t>图像（</a:t>
            </a:r>
            <a:r>
              <a:rPr lang="en-US" altLang="zh-CN" dirty="0" err="1"/>
              <a:t>numpy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zh-CN" altLang="en-US" dirty="0"/>
              <a:t>各</a:t>
            </a:r>
            <a:r>
              <a:rPr lang="en-US" altLang="zh-CN" dirty="0"/>
              <a:t>deque</a:t>
            </a:r>
            <a:r>
              <a:rPr lang="zh-CN" altLang="en-US" dirty="0"/>
              <a:t>格式统一：</a:t>
            </a:r>
            <a:r>
              <a:rPr lang="en-US" altLang="zh-CN" dirty="0" err="1"/>
              <a:t>self.xx_deque</a:t>
            </a:r>
            <a:r>
              <a:rPr lang="en-US" altLang="zh-CN" dirty="0"/>
              <a:t> = deque()</a:t>
            </a:r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7696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E862E8-AEF0-904D-264F-63B7FAA87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def </a:t>
            </a:r>
            <a:r>
              <a:rPr lang="en-US" altLang="zh-CN" dirty="0" err="1"/>
              <a:t>get_frame</a:t>
            </a:r>
            <a:r>
              <a:rPr lang="en-US" altLang="zh-CN" dirty="0"/>
              <a:t>(self)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ECF97E-E221-DC29-FE5A-A70A22205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同步获取一组最新的传感器数据帧（多相机图像 </a:t>
            </a:r>
            <a:r>
              <a:rPr lang="en-US" altLang="zh-CN" dirty="0"/>
              <a:t>+ </a:t>
            </a:r>
            <a:r>
              <a:rPr lang="zh-CN" altLang="en-US" dirty="0"/>
              <a:t>机械臂关节状态 </a:t>
            </a:r>
            <a:r>
              <a:rPr lang="en-US" altLang="zh-CN" dirty="0"/>
              <a:t>+ </a:t>
            </a:r>
            <a:r>
              <a:rPr lang="zh-CN" altLang="en-US" dirty="0"/>
              <a:t>可选深度图 </a:t>
            </a:r>
            <a:r>
              <a:rPr lang="en-US" altLang="zh-CN" dirty="0"/>
              <a:t>+ </a:t>
            </a:r>
            <a:r>
              <a:rPr lang="zh-CN" altLang="en-US" dirty="0"/>
              <a:t>可选机器人底盘里程计）。</a:t>
            </a:r>
          </a:p>
          <a:p>
            <a:r>
              <a:rPr lang="zh-CN" altLang="en-US" dirty="0"/>
              <a:t>作用：时间对齐（</a:t>
            </a:r>
            <a:r>
              <a:rPr lang="en-US" altLang="zh-CN" dirty="0"/>
              <a:t>synchronization</a:t>
            </a:r>
            <a:r>
              <a:rPr lang="zh-CN" altLang="en-US" dirty="0"/>
              <a:t>） </a:t>
            </a:r>
            <a:r>
              <a:rPr lang="en-US" altLang="zh-CN" dirty="0"/>
              <a:t>—— </a:t>
            </a:r>
            <a:r>
              <a:rPr lang="zh-CN" altLang="en-US" dirty="0"/>
              <a:t>尝试从各个 </a:t>
            </a:r>
            <a:r>
              <a:rPr lang="en-US" altLang="zh-CN" dirty="0"/>
              <a:t>deque </a:t>
            </a:r>
            <a:r>
              <a:rPr lang="zh-CN" altLang="en-US" dirty="0"/>
              <a:t>中取出时间戳不晚于当前最小帧时间 </a:t>
            </a:r>
            <a:r>
              <a:rPr lang="en-US" altLang="zh-CN" dirty="0" err="1"/>
              <a:t>frame_time</a:t>
            </a:r>
            <a:r>
              <a:rPr lang="en-US" altLang="zh-CN" dirty="0"/>
              <a:t> </a:t>
            </a:r>
            <a:r>
              <a:rPr lang="zh-CN" altLang="en-US" dirty="0"/>
              <a:t>的消息</a:t>
            </a:r>
            <a:r>
              <a:rPr lang="en-US" altLang="zh-CN" dirty="0"/>
              <a:t>, </a:t>
            </a:r>
            <a:r>
              <a:rPr lang="zh-CN" altLang="en-US" dirty="0"/>
              <a:t>目的是保证取到的一组消息来自同一时间点（或最近接近的时间点）。</a:t>
            </a:r>
            <a:endParaRPr lang="en-US" altLang="zh-CN" dirty="0"/>
          </a:p>
          <a:p>
            <a:r>
              <a:rPr lang="zh-CN" altLang="en-US" dirty="0"/>
              <a:t>首先检查各个 </a:t>
            </a:r>
            <a:r>
              <a:rPr lang="en-US" altLang="zh-CN" dirty="0"/>
              <a:t>deque </a:t>
            </a:r>
            <a:r>
              <a:rPr lang="zh-CN" altLang="en-US" dirty="0"/>
              <a:t>是否为空，若有任何一个为空则无法同步，返回 </a:t>
            </a:r>
            <a:r>
              <a:rPr lang="en-US" altLang="zh-CN" dirty="0"/>
              <a:t>False</a:t>
            </a:r>
            <a:r>
              <a:rPr lang="zh-CN" altLang="en-US" dirty="0"/>
              <a:t>。例如：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CA53E5C-DA89-1133-A29C-01207785B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78" y="4941401"/>
            <a:ext cx="11145805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686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EF6129-F8ED-D65C-10CB-FDE2F95A8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9479"/>
            <a:ext cx="10515600" cy="5737484"/>
          </a:xfrm>
        </p:spPr>
        <p:txBody>
          <a:bodyPr/>
          <a:lstStyle/>
          <a:p>
            <a:r>
              <a:rPr lang="zh-CN" altLang="en-US" dirty="0"/>
              <a:t>其次，从各个 </a:t>
            </a:r>
            <a:r>
              <a:rPr lang="en-US" altLang="zh-CN" dirty="0"/>
              <a:t>deque </a:t>
            </a:r>
            <a:r>
              <a:rPr lang="zh-CN" altLang="en-US" dirty="0"/>
              <a:t>中取出时间戳不晚于 </a:t>
            </a:r>
            <a:r>
              <a:rPr lang="en-US" altLang="zh-CN" dirty="0" err="1"/>
              <a:t>frame_time</a:t>
            </a:r>
            <a:r>
              <a:rPr lang="en-US" altLang="zh-CN" dirty="0"/>
              <a:t> </a:t>
            </a:r>
            <a:r>
              <a:rPr lang="zh-CN" altLang="en-US" dirty="0"/>
              <a:t>的最新消息。例如：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最后返回同步后的一组数据帧。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6972F3-A19D-2518-F781-916E5875F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8702"/>
            <a:ext cx="9745435" cy="21148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6A799C-3C9B-0A7F-D99D-564611674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65569"/>
            <a:ext cx="10050278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200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897BFE-6488-DEEC-16C2-07F3E4AAD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各个话题的回调函数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984C40-E56A-68C8-C474-43D167FD3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收到消息</a:t>
            </a:r>
            <a:r>
              <a:rPr lang="en-US" altLang="zh-CN" dirty="0"/>
              <a:t>append</a:t>
            </a:r>
            <a:r>
              <a:rPr lang="zh-CN" altLang="en-US" dirty="0"/>
              <a:t>后存入对应的 </a:t>
            </a:r>
            <a:r>
              <a:rPr lang="en-US" altLang="zh-CN" dirty="0"/>
              <a:t>deque </a:t>
            </a:r>
            <a:r>
              <a:rPr lang="zh-CN" altLang="en-US" dirty="0"/>
              <a:t>中，超过 </a:t>
            </a:r>
            <a:r>
              <a:rPr lang="en-US" altLang="zh-CN" dirty="0"/>
              <a:t>2000 </a:t>
            </a:r>
            <a:r>
              <a:rPr lang="zh-CN" altLang="en-US" dirty="0"/>
              <a:t>条则弹出最早的一条。</a:t>
            </a:r>
          </a:p>
          <a:p>
            <a:r>
              <a:rPr lang="zh-CN" altLang="en-US" dirty="0"/>
              <a:t>各函数结构类似如下：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5C3A71-7760-5AF0-7B98-09275F046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84822"/>
            <a:ext cx="4696480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46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8D5847-95BA-3758-7A74-0F7AF09A2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def </a:t>
            </a:r>
            <a:r>
              <a:rPr lang="en-US" altLang="zh-CN" dirty="0" err="1"/>
              <a:t>init_ros</a:t>
            </a:r>
            <a:r>
              <a:rPr lang="en-US" altLang="zh-CN" dirty="0"/>
              <a:t>(self)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614F2D-79BA-5A6A-60CC-E14D74CF8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 </a:t>
            </a:r>
            <a:r>
              <a:rPr lang="en-US" altLang="zh-CN" dirty="0"/>
              <a:t>ROS </a:t>
            </a:r>
            <a:r>
              <a:rPr lang="zh-CN" altLang="en-US" dirty="0"/>
              <a:t>节点并订阅话题（彩色图、深度图、左右主</a:t>
            </a:r>
            <a:r>
              <a:rPr lang="en-US" altLang="zh-CN" dirty="0"/>
              <a:t>/</a:t>
            </a:r>
            <a:r>
              <a:rPr lang="zh-CN" altLang="en-US" dirty="0"/>
              <a:t>从臂 </a:t>
            </a:r>
            <a:r>
              <a:rPr lang="en-US" altLang="zh-CN" dirty="0" err="1"/>
              <a:t>JointState</a:t>
            </a:r>
            <a:r>
              <a:rPr lang="zh-CN" altLang="en-US" dirty="0"/>
              <a:t>、</a:t>
            </a:r>
            <a:r>
              <a:rPr lang="en-US" altLang="zh-CN" dirty="0"/>
              <a:t>/</a:t>
            </a:r>
            <a:r>
              <a:rPr lang="en-US" altLang="zh-CN" dirty="0" err="1"/>
              <a:t>odom</a:t>
            </a:r>
            <a:r>
              <a:rPr lang="en-US" altLang="zh-CN" dirty="0"/>
              <a:t> </a:t>
            </a:r>
            <a:r>
              <a:rPr lang="zh-CN" altLang="en-US" dirty="0"/>
              <a:t>等）。</a:t>
            </a:r>
          </a:p>
          <a:p>
            <a:r>
              <a:rPr lang="zh-CN" altLang="en-US" dirty="0"/>
              <a:t>使用</a:t>
            </a:r>
            <a:r>
              <a:rPr lang="en-US" altLang="zh-CN" dirty="0" err="1"/>
              <a:t>rospy.Subscriber</a:t>
            </a:r>
            <a:r>
              <a:rPr lang="en-US" altLang="zh-CN" dirty="0"/>
              <a:t>()</a:t>
            </a:r>
            <a:r>
              <a:rPr lang="zh-CN" altLang="en-US" dirty="0"/>
              <a:t>函数，结构也较为类似：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0B9EF1-047C-FA69-E69C-473C7F6CB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08" y="3429000"/>
            <a:ext cx="1137898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061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FCE251-0DF0-9359-EDA7-200A9D2F4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def process(self)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818721-1286-9464-1805-C5E9CF735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主处理函数，循环读取同步后的数据帧，打包成 </a:t>
            </a:r>
            <a:r>
              <a:rPr lang="en-US" altLang="zh-CN" dirty="0" err="1"/>
              <a:t>dm_env.TimeStep</a:t>
            </a:r>
            <a:r>
              <a:rPr lang="en-US" altLang="zh-CN" dirty="0"/>
              <a:t> </a:t>
            </a:r>
            <a:r>
              <a:rPr lang="zh-CN" altLang="en-US" dirty="0"/>
              <a:t>格式，收集 </a:t>
            </a:r>
            <a:r>
              <a:rPr lang="en-US" altLang="zh-CN" dirty="0"/>
              <a:t>observation </a:t>
            </a:r>
            <a:r>
              <a:rPr lang="zh-CN" altLang="en-US" dirty="0"/>
              <a:t>与 </a:t>
            </a:r>
            <a:r>
              <a:rPr lang="en-US" altLang="zh-CN" dirty="0"/>
              <a:t>action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首先初始化数据存储结构</a:t>
            </a:r>
          </a:p>
          <a:p>
            <a:r>
              <a:rPr lang="zh-CN" altLang="en-US" dirty="0"/>
              <a:t>接着进入主循环，实现循环读取并打包等操作；收集的数据包括图像信息、从臂的信息从臂的状态、</a:t>
            </a:r>
            <a:endParaRPr lang="en-US" altLang="zh-CN" dirty="0"/>
          </a:p>
          <a:p>
            <a:r>
              <a:rPr lang="zh-CN" altLang="en-US" dirty="0"/>
              <a:t>最后返回采集到的 </a:t>
            </a:r>
            <a:r>
              <a:rPr lang="en-US" altLang="zh-CN" dirty="0"/>
              <a:t>timesteps </a:t>
            </a:r>
            <a:r>
              <a:rPr lang="zh-CN" altLang="en-US" dirty="0"/>
              <a:t>和 </a:t>
            </a:r>
            <a:r>
              <a:rPr lang="en-US" altLang="zh-CN" dirty="0"/>
              <a:t>actions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4743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40275-EFCF-DFE8-F7F0-526B1381D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201"/>
            <a:ext cx="10515600" cy="1325563"/>
          </a:xfrm>
        </p:spPr>
        <p:txBody>
          <a:bodyPr/>
          <a:lstStyle/>
          <a:p>
            <a:r>
              <a:rPr lang="en-US" altLang="zh-CN" dirty="0"/>
              <a:t>def </a:t>
            </a:r>
            <a:r>
              <a:rPr lang="en-US" altLang="zh-CN" dirty="0" err="1"/>
              <a:t>get_arguments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D785E7-81BB-846B-1E4A-8483BA8FB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764"/>
            <a:ext cx="10515600" cy="4351338"/>
          </a:xfrm>
        </p:spPr>
        <p:txBody>
          <a:bodyPr/>
          <a:lstStyle/>
          <a:p>
            <a:r>
              <a:rPr lang="zh-CN" altLang="en-US" dirty="0"/>
              <a:t>用于解析命令行参数。包括：数据集存储路径</a:t>
            </a:r>
            <a:r>
              <a:rPr lang="en-US" altLang="zh-CN" dirty="0" err="1"/>
              <a:t>dataset_dir</a:t>
            </a:r>
            <a:r>
              <a:rPr lang="zh-CN" altLang="en-US" dirty="0"/>
              <a:t>、任务名称</a:t>
            </a:r>
            <a:r>
              <a:rPr lang="en-US" altLang="zh-CN" dirty="0" err="1"/>
              <a:t>task_name</a:t>
            </a:r>
            <a:r>
              <a:rPr lang="zh-CN" altLang="en-US" dirty="0"/>
              <a:t>、</a:t>
            </a:r>
            <a:r>
              <a:rPr lang="en-US" altLang="zh-CN" dirty="0"/>
              <a:t> episode</a:t>
            </a:r>
            <a:r>
              <a:rPr lang="zh-CN" altLang="en-US" dirty="0"/>
              <a:t>索引</a:t>
            </a:r>
            <a:r>
              <a:rPr lang="en-US" altLang="zh-CN" dirty="0" err="1"/>
              <a:t>episode_idx</a:t>
            </a:r>
            <a:r>
              <a:rPr lang="zh-CN" altLang="en-US" dirty="0"/>
              <a:t>、最大时间步长</a:t>
            </a:r>
            <a:r>
              <a:rPr lang="en-US" altLang="zh-CN" dirty="0" err="1"/>
              <a:t>max_timesteps</a:t>
            </a:r>
            <a:r>
              <a:rPr lang="zh-CN" altLang="en-US" dirty="0"/>
              <a:t>、相机名称列表</a:t>
            </a:r>
            <a:r>
              <a:rPr lang="en-US" altLang="zh-CN" dirty="0" err="1"/>
              <a:t>camera_names</a:t>
            </a:r>
            <a:r>
              <a:rPr lang="zh-CN" altLang="en-US" dirty="0"/>
              <a:t>、相机（前置、左右手）彩色图</a:t>
            </a:r>
            <a:r>
              <a:rPr lang="en-US" altLang="zh-CN" dirty="0"/>
              <a:t>/</a:t>
            </a:r>
            <a:r>
              <a:rPr lang="zh-CN" altLang="en-US" dirty="0"/>
              <a:t>深度图话题、机械臂话题、机器人底盘话题</a:t>
            </a:r>
            <a:r>
              <a:rPr lang="en-US" altLang="zh-CN" dirty="0" err="1"/>
              <a:t>robot_base_topic</a:t>
            </a:r>
            <a:r>
              <a:rPr lang="zh-CN" altLang="en-US" dirty="0"/>
              <a:t>、是否使用深度图</a:t>
            </a:r>
            <a:r>
              <a:rPr lang="en-US" altLang="zh-CN" dirty="0"/>
              <a:t>/</a:t>
            </a:r>
            <a:r>
              <a:rPr lang="zh-CN" altLang="en-US" dirty="0"/>
              <a:t>底盘里程计标志</a:t>
            </a:r>
            <a:r>
              <a:rPr lang="en-US" altLang="zh-CN" dirty="0" err="1"/>
              <a:t>use_depth_image</a:t>
            </a:r>
            <a:r>
              <a:rPr lang="en-US" altLang="zh-CN" dirty="0"/>
              <a:t>/</a:t>
            </a:r>
            <a:r>
              <a:rPr lang="en-US" altLang="zh-CN" dirty="0" err="1"/>
              <a:t>use_robot_base</a:t>
            </a:r>
            <a:r>
              <a:rPr lang="zh-CN" altLang="en-US" dirty="0"/>
              <a:t>、帧率</a:t>
            </a:r>
            <a:r>
              <a:rPr lang="en-US" altLang="zh-CN" dirty="0" err="1"/>
              <a:t>frame_rate</a:t>
            </a:r>
            <a:endParaRPr lang="en-US" altLang="zh-CN" dirty="0"/>
          </a:p>
          <a:p>
            <a:r>
              <a:rPr lang="zh-CN" altLang="en-US" dirty="0"/>
              <a:t>这里对每个参数设置了默认值（</a:t>
            </a:r>
            <a:r>
              <a:rPr lang="en-US" altLang="zh-CN" dirty="0"/>
              <a:t>default</a:t>
            </a:r>
            <a:r>
              <a:rPr lang="zh-CN" altLang="en-US" dirty="0"/>
              <a:t>用于设置默认值），不使用默认值需要在调用命令行中设置</a:t>
            </a:r>
            <a:endParaRPr lang="en-US" altLang="zh-CN" dirty="0"/>
          </a:p>
          <a:p>
            <a:r>
              <a:rPr lang="zh-CN" altLang="en-US" dirty="0"/>
              <a:t>最后返回解析参数</a:t>
            </a:r>
            <a:r>
              <a:rPr lang="en-US" altLang="zh-CN" dirty="0" err="1"/>
              <a:t>args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CFEDA4-2120-55DD-111A-016796C90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421" y="5496549"/>
            <a:ext cx="9202434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303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6EDF9-880F-3D06-CF04-F0C51DAB3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def main()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8F6E69-9E2F-0467-3ACB-F2288DB73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主函数，解析参数，创建 </a:t>
            </a:r>
            <a:r>
              <a:rPr lang="en-US" altLang="zh-CN" dirty="0" err="1"/>
              <a:t>RosOperator</a:t>
            </a:r>
            <a:r>
              <a:rPr lang="en-US" altLang="zh-CN" dirty="0"/>
              <a:t> </a:t>
            </a:r>
            <a:r>
              <a:rPr lang="zh-CN" altLang="en-US" dirty="0"/>
              <a:t>实例，调用 </a:t>
            </a:r>
            <a:r>
              <a:rPr lang="en-US" altLang="zh-CN" dirty="0"/>
              <a:t>process() </a:t>
            </a:r>
            <a:r>
              <a:rPr lang="zh-CN" altLang="en-US" dirty="0"/>
              <a:t>采集数据，检查数据长度是否满足要求，创建数据集目录、设置数据集路径，最后调用 </a:t>
            </a:r>
            <a:r>
              <a:rPr lang="en-US" altLang="zh-CN" dirty="0" err="1"/>
              <a:t>save_data</a:t>
            </a:r>
            <a:r>
              <a:rPr lang="en-US" altLang="zh-CN" dirty="0"/>
              <a:t>() </a:t>
            </a:r>
            <a:r>
              <a:rPr lang="zh-CN" altLang="en-US" dirty="0"/>
              <a:t>保存数据。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5221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1001</Words>
  <Application>Microsoft Office PowerPoint</Application>
  <PresentationFormat>宽屏</PresentationFormat>
  <Paragraphs>71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等线 Light</vt:lpstr>
      <vt:lpstr>Arial</vt:lpstr>
      <vt:lpstr>Office 主题​​</vt:lpstr>
      <vt:lpstr>Collect_data代码解析</vt:lpstr>
      <vt:lpstr>总结</vt:lpstr>
      <vt:lpstr>调用命令行</vt:lpstr>
      <vt:lpstr>save_data函数</vt:lpstr>
      <vt:lpstr>PowerPoint 演示文稿</vt:lpstr>
      <vt:lpstr>类RosOperator</vt:lpstr>
      <vt:lpstr>def __init__(self, args)</vt:lpstr>
      <vt:lpstr>def init(self):</vt:lpstr>
      <vt:lpstr>def get_frame(self)</vt:lpstr>
      <vt:lpstr>PowerPoint 演示文稿</vt:lpstr>
      <vt:lpstr>各个话题的回调函数</vt:lpstr>
      <vt:lpstr>def init_ros(self)</vt:lpstr>
      <vt:lpstr>def process(self)</vt:lpstr>
      <vt:lpstr>def get_arguments()</vt:lpstr>
      <vt:lpstr>def main()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BF H</dc:creator>
  <cp:lastModifiedBy>BF H</cp:lastModifiedBy>
  <cp:revision>88</cp:revision>
  <dcterms:created xsi:type="dcterms:W3CDTF">2025-12-04T07:07:15Z</dcterms:created>
  <dcterms:modified xsi:type="dcterms:W3CDTF">2025-12-05T03:02:04Z</dcterms:modified>
</cp:coreProperties>
</file>