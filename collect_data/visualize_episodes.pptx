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3035F-D599-7246-CE19-D68325694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65CD7E-5CFE-C984-3710-5EF838670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FBC5F-B355-1B82-76D3-8F2A037B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6E22AD-3780-BB7B-9EE4-9718A0EA0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F3D4D9-04EB-5BFB-C72C-479F4720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1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2D20E-A89A-3553-2477-9BC4E5CC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03001-5747-86E5-EE65-CF53E0EBA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18A03-B1AF-CC83-25C3-70D21055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E2BBF-0FC4-1F46-9D4D-D22B308B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6C409-7089-AAE8-FE56-C89AF9BB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40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7DBB1-D8DB-A7F5-F5B9-BD50D946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05D3A9-D2FC-8A44-20CD-BDAEBBCC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893E9-CF75-9AE8-C573-799B9C8A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AB0A94-CF59-5F94-EA7B-3443A9F0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55F584-2C23-94B2-47BC-D9DB22B2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28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EE6325-01E6-9B8A-E994-C1BA006B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643534-E1BF-248E-A791-AC195DCA2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B71D6E-C413-0482-79FE-761F40425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A3A23D-7221-EFDC-524B-31D53B9E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213452-F7A0-9029-471D-A16E7E55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871EC4-3666-BC5B-A380-6162F9AE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399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B2745-F1CB-9FAB-2DB5-EE731599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7C0AEE-A58D-0288-EC7C-31FD8F9DD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0C64C6-A6A6-8E80-C91D-1F33DEED2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E162E4-CF4E-57CD-0195-05133A98F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F57330-36C3-81D6-A85A-21EBE2273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81EEFD-A4BE-FEA2-380E-F58762A4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8538AD-0277-1BE4-F4E8-93CD703A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DB3B46-7CEB-C177-D1CB-3D7EEDA9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913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4CA1B-6F4C-C4D2-EA6F-8B7C5237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0CFB12-1056-7238-68E4-FDB5A410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2EFF23-EB67-C948-3145-B42F522A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4164B5-927E-FC8F-7CAC-9774B414E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99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5172EB-0B15-1FB9-F6A1-66756CDD4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62BD94-F6A4-141D-E007-54CC8FA9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989D76-1634-D24A-196C-A415909A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560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94D54-CB5A-81F1-2A60-9EC8F325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3F9564-F227-CAC7-FC90-1486FD038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F7E0A8-6904-2717-F211-080BBC720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A8BB83-9BA7-293A-872E-8981D34A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DCE555-940E-FADA-FB62-1D72BA66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5ED7C1-A67F-740F-C0A2-AADEE8C4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96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A2A8C-265D-C41B-63B2-04A26E41F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65090D-0753-0A5C-75A8-982CEF830C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F15D30-BCE3-E053-33D9-F73B35E5D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EC943C-7236-768E-CEF4-E7DF3E52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1F5E88-1344-3783-55AC-9A661D50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F013D9-DC18-EC91-7A69-CB637D5C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99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DCA88-8C27-813C-B315-ACADFE4A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1C23A9-EBDB-A540-0424-60116800A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C779C7-6225-189B-3B34-2454594C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3FC054-E08A-F0F7-EC36-FD6DE6F7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8AA48-A4FD-238D-1238-266D4C32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76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47B683-A47D-FA64-D06E-5AE0571FA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18BE2E-71E1-8B0E-D374-0A12166DA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161174-12CE-58AC-ED5F-2F26B180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DE141-E659-8733-C84A-3D369C9C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82B89A-EBDD-D3BE-9FCA-D346AED2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622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C951C1-2FD3-191C-726C-7CD7E6EB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97C7A6-6F3C-A970-2E12-80AB0F17E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05EC77-4E6F-5C8E-A7AF-E44EC379E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28F06-7225-4BA3-A0F6-8BF98D5BC19A}" type="datetimeFigureOut">
              <a:rPr lang="zh-CN" altLang="en-US" smtClean="0"/>
              <a:t>2025/12/6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D8F2F-2BC2-F935-2E14-7E7D8EA8E5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0BAE14-B776-41E6-05DA-26FEBB527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6B3F7-0D56-42AE-A515-C04AB607BF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53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29606-EC19-6416-ADAC-374655A679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visualize_episodes</a:t>
            </a:r>
            <a:r>
              <a:rPr lang="zh-CN" altLang="en-US" dirty="0"/>
              <a:t>代码解析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E0F856-1567-3A6B-6EFF-91E07AAB3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44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FB02B-1534-7028-197A-183141C4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66B057-732F-89E8-A4E2-6B7352FE5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这个脚本用于从某个目录下的单条 </a:t>
            </a:r>
            <a:r>
              <a:rPr lang="en-US" altLang="zh-CN" dirty="0"/>
              <a:t>HDF5 </a:t>
            </a:r>
            <a:r>
              <a:rPr lang="zh-CN" altLang="en-US" dirty="0"/>
              <a:t>格式的“</a:t>
            </a:r>
            <a:r>
              <a:rPr lang="en-US" altLang="zh-CN" dirty="0"/>
              <a:t>episode”</a:t>
            </a:r>
            <a:r>
              <a:rPr lang="zh-CN" altLang="en-US" dirty="0"/>
              <a:t>数据集中读取观测（关节、底座、图像、动作等），并把图像合成视频、画出关节状态图和底座（</a:t>
            </a:r>
            <a:r>
              <a:rPr lang="en-US" altLang="zh-CN" dirty="0"/>
              <a:t>base</a:t>
            </a:r>
            <a:r>
              <a:rPr lang="zh-CN" altLang="en-US" dirty="0"/>
              <a:t>）读数图，保存到磁盘。</a:t>
            </a:r>
          </a:p>
        </p:txBody>
      </p:sp>
    </p:spTree>
    <p:extLst>
      <p:ext uri="{BB962C8B-B14F-4D97-AF65-F5344CB8AC3E}">
        <p14:creationId xmlns:p14="http://schemas.microsoft.com/office/powerpoint/2010/main" val="189843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6B497-303C-7C9D-A7BA-8FBF6F4E7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调用命令行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77BF41-ABE6-47ED-ECBF-A880749EA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 visualize_episodes.py --</a:t>
            </a:r>
            <a:r>
              <a:rPr lang="en-US" altLang="zh-CN" dirty="0" err="1"/>
              <a:t>dataset_dir</a:t>
            </a:r>
            <a:r>
              <a:rPr lang="en-US" altLang="zh-CN" dirty="0"/>
              <a:t> ~/data --</a:t>
            </a:r>
            <a:r>
              <a:rPr lang="en-US" altLang="zh-CN" dirty="0" err="1"/>
              <a:t>task_name</a:t>
            </a:r>
            <a:r>
              <a:rPr lang="en-US" altLang="zh-CN" dirty="0"/>
              <a:t> </a:t>
            </a:r>
            <a:r>
              <a:rPr lang="en-US" altLang="zh-CN" dirty="0" err="1"/>
              <a:t>aloha_mobile_dummy</a:t>
            </a:r>
            <a:r>
              <a:rPr lang="en-US" altLang="zh-CN" dirty="0"/>
              <a:t> --</a:t>
            </a:r>
            <a:r>
              <a:rPr lang="en-US" altLang="zh-CN" dirty="0" err="1"/>
              <a:t>episode_idx</a:t>
            </a:r>
            <a:r>
              <a:rPr lang="en-US" altLang="zh-CN" dirty="0"/>
              <a:t> 0</a:t>
            </a:r>
          </a:p>
          <a:p>
            <a:r>
              <a:rPr lang="zh-CN" altLang="en-US" dirty="0"/>
              <a:t>运行完成后</a:t>
            </a:r>
            <a:r>
              <a:rPr lang="en-US" altLang="zh-CN" dirty="0"/>
              <a:t>,</a:t>
            </a:r>
            <a:r>
              <a:rPr lang="zh-CN" altLang="en-US" dirty="0"/>
              <a:t>会在</a:t>
            </a:r>
            <a:r>
              <a:rPr lang="en-US" altLang="zh-CN" dirty="0"/>
              <a:t>${</a:t>
            </a:r>
            <a:r>
              <a:rPr lang="en-US" altLang="zh-CN" dirty="0" err="1"/>
              <a:t>dataset_dir</a:t>
            </a:r>
            <a:r>
              <a:rPr lang="en-US" altLang="zh-CN" dirty="0"/>
              <a:t>}/{</a:t>
            </a:r>
            <a:r>
              <a:rPr lang="en-US" altLang="zh-CN" dirty="0" err="1"/>
              <a:t>task_name</a:t>
            </a:r>
            <a:r>
              <a:rPr lang="en-US" altLang="zh-CN" dirty="0"/>
              <a:t>}</a:t>
            </a:r>
            <a:r>
              <a:rPr lang="zh-CN" altLang="en-US" dirty="0"/>
              <a:t>下产生</a:t>
            </a:r>
            <a:r>
              <a:rPr lang="en-US" altLang="zh-CN" dirty="0"/>
              <a:t>episode_${idx}_qpos.png</a:t>
            </a:r>
            <a:r>
              <a:rPr lang="zh-CN" altLang="en-US" dirty="0"/>
              <a:t>、</a:t>
            </a:r>
            <a:r>
              <a:rPr lang="en-US" altLang="zh-CN" dirty="0"/>
              <a:t>episode_${idx}_base_action.png</a:t>
            </a:r>
            <a:r>
              <a:rPr lang="zh-CN" altLang="en-US" dirty="0"/>
              <a:t>与</a:t>
            </a:r>
            <a:r>
              <a:rPr lang="en-US" altLang="zh-CN" dirty="0"/>
              <a:t>episode_${idx}_video.mp4</a:t>
            </a:r>
            <a:r>
              <a:rPr lang="zh-CN" altLang="en-US" dirty="0"/>
              <a:t>文件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4C7436-76EE-AB51-6861-63201982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67" y="4120844"/>
            <a:ext cx="6420746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3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3D8C1-1154-D100-722A-12D1D736F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结果示例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EAB68D-5A58-3604-189A-2E40D6F47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334CFF-58BA-AD77-9AF0-97E24B482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53833"/>
            <a:ext cx="5323367" cy="51473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BEB644-FEB1-34F4-F390-8DDADC1BB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29" y="3901982"/>
            <a:ext cx="5432400" cy="29560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B2C8C62-F987-7F09-989C-6BA679E1E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318348"/>
            <a:ext cx="4944659" cy="271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3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9392A-45A5-6886-0A8B-1E15C879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全局变量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8CDF629-2878-E45C-90BC-45C39E07F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902" y="1946056"/>
            <a:ext cx="10515600" cy="178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9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64346-312E-7B0C-E444-6479B409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 load_hdf5(</a:t>
            </a:r>
            <a:r>
              <a:rPr lang="en-US" altLang="zh-CN" dirty="0" err="1"/>
              <a:t>dataset_dir</a:t>
            </a:r>
            <a:r>
              <a:rPr lang="en-US" altLang="zh-CN" dirty="0"/>
              <a:t>, </a:t>
            </a:r>
            <a:r>
              <a:rPr lang="en-US" altLang="zh-CN" dirty="0" err="1"/>
              <a:t>dataset_name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3C8FBD-4CF8-8899-A3D9-3DF397C10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用于打开指定的 </a:t>
            </a:r>
            <a:r>
              <a:rPr lang="en-US" altLang="zh-CN" dirty="0"/>
              <a:t>HDF5 </a:t>
            </a:r>
            <a:r>
              <a:rPr lang="zh-CN" altLang="en-US" dirty="0"/>
              <a:t>文件并读取需要的数据，返回 关节位置</a:t>
            </a:r>
            <a:r>
              <a:rPr lang="en-US" altLang="zh-CN" dirty="0" err="1"/>
              <a:t>qpos</a:t>
            </a:r>
            <a:r>
              <a:rPr lang="en-US" altLang="zh-CN" dirty="0"/>
              <a:t>, </a:t>
            </a:r>
            <a:r>
              <a:rPr lang="zh-CN" altLang="en-US" dirty="0"/>
              <a:t>关节速度</a:t>
            </a:r>
            <a:r>
              <a:rPr lang="en-US" altLang="zh-CN" dirty="0" err="1"/>
              <a:t>qvel</a:t>
            </a:r>
            <a:r>
              <a:rPr lang="en-US" altLang="zh-CN" dirty="0"/>
              <a:t>, </a:t>
            </a:r>
            <a:r>
              <a:rPr lang="zh-CN" altLang="en-US" dirty="0"/>
              <a:t>关节力</a:t>
            </a:r>
            <a:r>
              <a:rPr lang="en-US" altLang="zh-CN" dirty="0"/>
              <a:t>effort, </a:t>
            </a:r>
            <a:r>
              <a:rPr lang="zh-CN" altLang="en-US" dirty="0"/>
              <a:t>实际动作</a:t>
            </a:r>
            <a:r>
              <a:rPr lang="en-US" altLang="zh-CN" dirty="0"/>
              <a:t>action, </a:t>
            </a:r>
            <a:r>
              <a:rPr lang="zh-CN" altLang="en-US" dirty="0"/>
              <a:t>底盘速度</a:t>
            </a:r>
            <a:r>
              <a:rPr lang="en-US" altLang="zh-CN" dirty="0" err="1"/>
              <a:t>base_action</a:t>
            </a:r>
            <a:r>
              <a:rPr lang="en-US" altLang="zh-CN" dirty="0"/>
              <a:t>, </a:t>
            </a:r>
            <a:r>
              <a:rPr lang="zh-CN" altLang="en-US" dirty="0"/>
              <a:t>图像数据</a:t>
            </a:r>
            <a:r>
              <a:rPr lang="en-US" altLang="zh-CN" dirty="0" err="1"/>
              <a:t>image_dict</a:t>
            </a:r>
            <a:endParaRPr lang="en-US" altLang="zh-CN" dirty="0"/>
          </a:p>
          <a:p>
            <a:r>
              <a:rPr lang="zh-CN" altLang="en-US" dirty="0"/>
              <a:t>首先检查数据集文件是否存在，接着读取</a:t>
            </a:r>
            <a:r>
              <a:rPr lang="en-US" altLang="zh-CN" dirty="0"/>
              <a:t>HDF5</a:t>
            </a:r>
            <a:r>
              <a:rPr lang="zh-CN" altLang="en-US" dirty="0"/>
              <a:t>文件中的数据，如果图像数据是压缩的，则进行解压缩处理，最后返回读取的数据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1867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27477-444A-BF4C-9E39-3EDCD7D53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 main(</a:t>
            </a:r>
            <a:r>
              <a:rPr lang="en-US" altLang="zh-CN" dirty="0" err="1"/>
              <a:t>args</a:t>
            </a:r>
            <a:r>
              <a:rPr lang="en-US" altLang="zh-CN" dirty="0"/>
              <a:t>):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20F00-5366-297B-E83A-A38370DEC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用于可视化数据集中的单个</a:t>
            </a:r>
            <a:r>
              <a:rPr lang="en-US" altLang="zh-CN" dirty="0"/>
              <a:t>episode</a:t>
            </a:r>
          </a:p>
          <a:p>
            <a:r>
              <a:rPr lang="zh-CN" altLang="en-US" dirty="0"/>
              <a:t>首先解析输入参数，将数据集目录，</a:t>
            </a:r>
            <a:r>
              <a:rPr lang="en-US" altLang="zh-CN" dirty="0"/>
              <a:t>episode</a:t>
            </a:r>
            <a:r>
              <a:rPr lang="zh-CN" altLang="en-US" dirty="0"/>
              <a:t>索引，任务名称，数据集名称这四个参数从</a:t>
            </a:r>
            <a:r>
              <a:rPr lang="en-US" altLang="zh-CN" dirty="0" err="1"/>
              <a:t>args</a:t>
            </a:r>
            <a:r>
              <a:rPr lang="zh-CN" altLang="en-US" dirty="0"/>
              <a:t>中提出来</a:t>
            </a:r>
            <a:endParaRPr lang="en-US" altLang="zh-CN" dirty="0"/>
          </a:p>
          <a:p>
            <a:r>
              <a:rPr lang="zh-CN" altLang="en-US" dirty="0"/>
              <a:t>接着使用</a:t>
            </a:r>
            <a:r>
              <a:rPr lang="en-US" altLang="zh-CN" dirty="0"/>
              <a:t>load_hdf5</a:t>
            </a:r>
            <a:r>
              <a:rPr lang="zh-CN" altLang="en-US" dirty="0"/>
              <a:t>函数加载</a:t>
            </a:r>
            <a:r>
              <a:rPr lang="en-US" altLang="zh-CN" dirty="0"/>
              <a:t>HDF5</a:t>
            </a:r>
            <a:r>
              <a:rPr lang="zh-CN" altLang="en-US" dirty="0"/>
              <a:t>数据集，调用函数</a:t>
            </a:r>
            <a:r>
              <a:rPr lang="en-US" altLang="zh-CN" dirty="0" err="1"/>
              <a:t>save_videos</a:t>
            </a:r>
            <a:r>
              <a:rPr lang="zh-CN" altLang="en-US" dirty="0"/>
              <a:t>保存视频文件，最后调用函数</a:t>
            </a:r>
            <a:r>
              <a:rPr lang="en-US" altLang="zh-CN" dirty="0" err="1"/>
              <a:t>visualize_joints</a:t>
            </a:r>
            <a:r>
              <a:rPr lang="zh-CN" altLang="en-US" dirty="0"/>
              <a:t>和</a:t>
            </a:r>
            <a:r>
              <a:rPr lang="en-US" altLang="zh-CN" dirty="0" err="1"/>
              <a:t>visualize_base</a:t>
            </a:r>
            <a:r>
              <a:rPr lang="zh-CN" altLang="en-US" dirty="0"/>
              <a:t>可视化关节状态和底座动作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969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EC3FC-5083-45C8-2675-4D42B243A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197316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def </a:t>
            </a:r>
            <a:r>
              <a:rPr lang="en-US" altLang="zh-CN" sz="4000" dirty="0" err="1"/>
              <a:t>save_videos</a:t>
            </a:r>
            <a:r>
              <a:rPr lang="en-US" altLang="zh-CN" sz="4000" dirty="0"/>
              <a:t>(video, actions, </a:t>
            </a:r>
            <a:r>
              <a:rPr lang="en-US" altLang="zh-CN" sz="4000" dirty="0" err="1"/>
              <a:t>dt,video_path</a:t>
            </a:r>
            <a:r>
              <a:rPr lang="en-US" altLang="zh-CN" sz="4000" dirty="0"/>
              <a:t>=None)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833E1C-0684-AE2A-BE0F-CCCA968EE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用于保存视频文件，把多个 </a:t>
            </a:r>
            <a:r>
              <a:rPr lang="en-US" altLang="zh-CN" dirty="0"/>
              <a:t>camera </a:t>
            </a:r>
            <a:r>
              <a:rPr lang="zh-CN" altLang="en-US" dirty="0"/>
              <a:t>的帧拼接（横向并列）并写为 </a:t>
            </a:r>
            <a:r>
              <a:rPr lang="en-US" altLang="zh-CN" dirty="0"/>
              <a:t>mp4</a:t>
            </a:r>
            <a:r>
              <a:rPr lang="zh-CN" altLang="en-US" dirty="0"/>
              <a:t>，同时用 </a:t>
            </a:r>
            <a:r>
              <a:rPr lang="en-US" altLang="zh-CN" dirty="0"/>
              <a:t>cv2.imshow</a:t>
            </a:r>
            <a:r>
              <a:rPr lang="zh-CN" altLang="en-US" dirty="0"/>
              <a:t> 展示每帧，并打印当前动作（</a:t>
            </a:r>
            <a:r>
              <a:rPr lang="en-US" altLang="zh-CN" dirty="0"/>
              <a:t>action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main</a:t>
            </a:r>
            <a:r>
              <a:rPr lang="zh-CN" altLang="en-US" dirty="0"/>
              <a:t>函数中调用该函数时，语句为：</a:t>
            </a:r>
            <a:r>
              <a:rPr lang="en-US" altLang="zh-CN" dirty="0"/>
              <a:t> </a:t>
            </a:r>
            <a:r>
              <a:rPr lang="en-US" altLang="zh-CN" dirty="0" err="1"/>
              <a:t>save_videos</a:t>
            </a:r>
            <a:r>
              <a:rPr lang="en-US" altLang="zh-CN" dirty="0"/>
              <a:t>(</a:t>
            </a:r>
            <a:r>
              <a:rPr lang="en-US" altLang="zh-CN" dirty="0" err="1"/>
              <a:t>image_dict</a:t>
            </a:r>
            <a:r>
              <a:rPr lang="en-US" altLang="zh-CN" dirty="0"/>
              <a:t>, action, DT,  </a:t>
            </a:r>
            <a:r>
              <a:rPr lang="en-US" altLang="zh-CN" dirty="0" err="1"/>
              <a:t>video_path</a:t>
            </a:r>
            <a:r>
              <a:rPr lang="en-US" altLang="zh-CN" dirty="0"/>
              <a:t>=</a:t>
            </a:r>
            <a:r>
              <a:rPr lang="en-US" altLang="zh-CN" dirty="0" err="1"/>
              <a:t>os.path.join</a:t>
            </a:r>
            <a:r>
              <a:rPr lang="en-US" altLang="zh-CN" dirty="0"/>
              <a:t>(</a:t>
            </a:r>
            <a:r>
              <a:rPr lang="en-US" altLang="zh-CN" dirty="0" err="1"/>
              <a:t>dataset_dir</a:t>
            </a:r>
            <a:r>
              <a:rPr lang="en-US" altLang="zh-CN" dirty="0"/>
              <a:t>, </a:t>
            </a:r>
            <a:r>
              <a:rPr lang="en-US" altLang="zh-CN" dirty="0" err="1"/>
              <a:t>dataset_name</a:t>
            </a:r>
            <a:r>
              <a:rPr lang="en-US" altLang="zh-CN" dirty="0"/>
              <a:t> + '_video.mp4'))</a:t>
            </a:r>
          </a:p>
          <a:p>
            <a:r>
              <a:rPr lang="zh-CN" altLang="en-US" dirty="0"/>
              <a:t>输入参数中</a:t>
            </a:r>
            <a:r>
              <a:rPr lang="en-US" altLang="zh-CN" dirty="0"/>
              <a:t>video</a:t>
            </a:r>
            <a:r>
              <a:rPr lang="zh-CN" altLang="en-US" dirty="0"/>
              <a:t>为</a:t>
            </a:r>
            <a:r>
              <a:rPr lang="en-US" altLang="zh-CN" dirty="0"/>
              <a:t>hdf5</a:t>
            </a:r>
            <a:r>
              <a:rPr lang="zh-CN" altLang="en-US" dirty="0"/>
              <a:t>中的</a:t>
            </a:r>
            <a:r>
              <a:rPr lang="en-US" altLang="zh-CN" dirty="0" err="1"/>
              <a:t>image_dict</a:t>
            </a:r>
            <a:r>
              <a:rPr lang="zh-CN" altLang="en-US" dirty="0"/>
              <a:t>，</a:t>
            </a:r>
            <a:r>
              <a:rPr lang="en-US" altLang="zh-CN" dirty="0"/>
              <a:t> actions</a:t>
            </a:r>
            <a:r>
              <a:rPr lang="zh-CN" altLang="en-US" dirty="0"/>
              <a:t>为</a:t>
            </a:r>
            <a:r>
              <a:rPr lang="en-US" altLang="zh-CN" dirty="0"/>
              <a:t>action</a:t>
            </a:r>
            <a:r>
              <a:rPr lang="zh-CN" altLang="en-US" dirty="0"/>
              <a:t>，</a:t>
            </a:r>
            <a:r>
              <a:rPr lang="en-US" altLang="zh-CN" dirty="0"/>
              <a:t>dt</a:t>
            </a:r>
            <a:r>
              <a:rPr lang="zh-CN" altLang="en-US" dirty="0"/>
              <a:t>为全局变量</a:t>
            </a:r>
            <a:r>
              <a:rPr lang="en-US" altLang="zh-CN" dirty="0"/>
              <a:t>DT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video_path</a:t>
            </a:r>
            <a:r>
              <a:rPr lang="zh-CN" altLang="en-US" dirty="0"/>
              <a:t>设置视频保存路径为</a:t>
            </a:r>
            <a:r>
              <a:rPr lang="nb-NO" altLang="zh-CN" dirty="0"/>
              <a:t>dataset_dir/dataset_name_video.mp4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241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45DFB-D1E4-44F0-6CB1-55239213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3E7AC-A388-60AA-578C-C8B278272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3D61B6-C944-1CAB-CEC7-B2B4BC083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8389"/>
            <a:ext cx="12192000" cy="462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295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0021E-D6C0-4E3D-4DB7-603631E0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/>
              <a:t>def </a:t>
            </a:r>
            <a:r>
              <a:rPr lang="en-US" altLang="zh-CN" sz="4000" dirty="0" err="1"/>
              <a:t>visualize_joints</a:t>
            </a:r>
            <a:r>
              <a:rPr lang="en-US" altLang="zh-CN" sz="4000" dirty="0"/>
              <a:t>(</a:t>
            </a:r>
            <a:r>
              <a:rPr lang="en-US" altLang="zh-CN" sz="4000" dirty="0" err="1"/>
              <a:t>qpos_list</a:t>
            </a:r>
            <a:r>
              <a:rPr lang="en-US" altLang="zh-CN" sz="4000" dirty="0"/>
              <a:t>, </a:t>
            </a:r>
            <a:r>
              <a:rPr lang="en-US" altLang="zh-CN" sz="4000" dirty="0" err="1"/>
              <a:t>command_list</a:t>
            </a:r>
            <a:r>
              <a:rPr lang="en-US" altLang="zh-CN" sz="4000" dirty="0"/>
              <a:t>, </a:t>
            </a:r>
            <a:r>
              <a:rPr lang="en-US" altLang="zh-CN" sz="4000" dirty="0" err="1"/>
              <a:t>plot_path</a:t>
            </a:r>
            <a:r>
              <a:rPr lang="en-US" altLang="zh-CN" sz="4000" dirty="0"/>
              <a:t>=None, </a:t>
            </a:r>
            <a:r>
              <a:rPr lang="en-US" altLang="zh-CN" sz="4000" dirty="0" err="1"/>
              <a:t>ylim</a:t>
            </a:r>
            <a:r>
              <a:rPr lang="en-US" altLang="zh-CN" sz="4000" dirty="0"/>
              <a:t>=None, </a:t>
            </a:r>
            <a:r>
              <a:rPr lang="en-US" altLang="zh-CN" sz="4000" dirty="0" err="1"/>
              <a:t>label_overwrite</a:t>
            </a:r>
            <a:r>
              <a:rPr lang="en-US" altLang="zh-CN" sz="4000" dirty="0"/>
              <a:t>=None)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FBF996-C642-3CD0-74D9-7D309747C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把每个关节的 </a:t>
            </a:r>
            <a:r>
              <a:rPr lang="en-US" altLang="zh-CN" dirty="0" err="1"/>
              <a:t>qpos</a:t>
            </a:r>
            <a:r>
              <a:rPr lang="en-US" altLang="zh-CN" dirty="0"/>
              <a:t> </a:t>
            </a:r>
            <a:r>
              <a:rPr lang="zh-CN" altLang="en-US" dirty="0"/>
              <a:t>随时间画成子图（每个关节一行），保存 </a:t>
            </a:r>
            <a:r>
              <a:rPr lang="en-US" altLang="zh-CN" dirty="0"/>
              <a:t>PNG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调用时：</a:t>
            </a:r>
            <a:r>
              <a:rPr lang="en-US" altLang="zh-CN" dirty="0"/>
              <a:t> </a:t>
            </a:r>
            <a:r>
              <a:rPr lang="en-US" altLang="zh-CN" dirty="0" err="1"/>
              <a:t>visualize_joints</a:t>
            </a:r>
            <a:r>
              <a:rPr lang="en-US" altLang="zh-CN" dirty="0"/>
              <a:t>(</a:t>
            </a:r>
            <a:r>
              <a:rPr lang="en-US" altLang="zh-CN" dirty="0" err="1"/>
              <a:t>qpos</a:t>
            </a:r>
            <a:r>
              <a:rPr lang="en-US" altLang="zh-CN" dirty="0"/>
              <a:t>, action, </a:t>
            </a:r>
            <a:r>
              <a:rPr lang="en-US" altLang="zh-CN" dirty="0" err="1"/>
              <a:t>plot_path</a:t>
            </a:r>
            <a:r>
              <a:rPr lang="en-US" altLang="zh-CN" dirty="0"/>
              <a:t>=</a:t>
            </a:r>
            <a:r>
              <a:rPr lang="en-US" altLang="zh-CN" dirty="0" err="1"/>
              <a:t>os.path.join</a:t>
            </a:r>
            <a:r>
              <a:rPr lang="en-US" altLang="zh-CN" dirty="0"/>
              <a:t>(</a:t>
            </a:r>
            <a:r>
              <a:rPr lang="en-US" altLang="zh-CN" dirty="0" err="1"/>
              <a:t>dataset_dir</a:t>
            </a:r>
            <a:r>
              <a:rPr lang="en-US" altLang="zh-CN" dirty="0"/>
              <a:t>, </a:t>
            </a:r>
            <a:r>
              <a:rPr lang="en-US" altLang="zh-CN" dirty="0" err="1"/>
              <a:t>dataset_name</a:t>
            </a:r>
            <a:r>
              <a:rPr lang="en-US" altLang="zh-CN" dirty="0"/>
              <a:t> + '_qpos.png'))</a:t>
            </a:r>
          </a:p>
          <a:p>
            <a:r>
              <a:rPr lang="zh-CN" altLang="en-US" dirty="0"/>
              <a:t>其中</a:t>
            </a:r>
            <a:r>
              <a:rPr lang="en-US" altLang="zh-CN" dirty="0" err="1"/>
              <a:t>qpos</a:t>
            </a:r>
            <a:r>
              <a:rPr lang="zh-CN" altLang="en-US" dirty="0"/>
              <a:t>和</a:t>
            </a:r>
            <a:r>
              <a:rPr lang="en-US" altLang="zh-CN" dirty="0"/>
              <a:t>action</a:t>
            </a:r>
            <a:r>
              <a:rPr lang="zh-CN" altLang="en-US" dirty="0"/>
              <a:t>同样来自</a:t>
            </a:r>
            <a:r>
              <a:rPr lang="en-US" altLang="zh-CN" dirty="0"/>
              <a:t>hdf5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plot_path</a:t>
            </a:r>
            <a:r>
              <a:rPr lang="zh-CN" altLang="en-US" dirty="0"/>
              <a:t>设置图像保存路径为</a:t>
            </a:r>
            <a:r>
              <a:rPr lang="en-US" altLang="zh-CN" dirty="0" err="1"/>
              <a:t>dataset_dir</a:t>
            </a:r>
            <a:r>
              <a:rPr lang="en-US" altLang="zh-CN" dirty="0"/>
              <a:t>/dataset_name_qpos.png</a:t>
            </a:r>
          </a:p>
          <a:p>
            <a:r>
              <a:rPr lang="en-US" altLang="zh-CN" dirty="0"/>
              <a:t>Y</a:t>
            </a:r>
            <a:r>
              <a:rPr lang="zh-CN" altLang="en-US" dirty="0"/>
              <a:t>轴范围</a:t>
            </a:r>
            <a:r>
              <a:rPr lang="en-US" altLang="zh-CN" dirty="0" err="1"/>
              <a:t>ylim</a:t>
            </a:r>
            <a:r>
              <a:rPr lang="zh-CN" altLang="en-US" dirty="0"/>
              <a:t>和覆盖标签</a:t>
            </a:r>
            <a:r>
              <a:rPr lang="en-US" altLang="zh-CN" dirty="0" err="1"/>
              <a:t>label_overwrite</a:t>
            </a:r>
            <a:r>
              <a:rPr lang="zh-CN" altLang="en-US" dirty="0"/>
              <a:t>都未在调用时提供，因此使用默认值</a:t>
            </a:r>
            <a:r>
              <a:rPr lang="en-US" altLang="zh-CN" dirty="0"/>
              <a:t>None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F85628-FA8E-6BDC-8F05-D1D1E64637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710"/>
          <a:stretch>
            <a:fillRect/>
          </a:stretch>
        </p:blipFill>
        <p:spPr>
          <a:xfrm>
            <a:off x="1034902" y="5277740"/>
            <a:ext cx="5323367" cy="14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19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E1640-C64D-75B3-CA11-769C1D60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6972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def </a:t>
            </a:r>
            <a:r>
              <a:rPr lang="en-US" altLang="zh-CN" dirty="0" err="1"/>
              <a:t>visualize_base</a:t>
            </a:r>
            <a:r>
              <a:rPr lang="en-US" altLang="zh-CN" dirty="0"/>
              <a:t>(readings, </a:t>
            </a:r>
            <a:r>
              <a:rPr lang="en-US" altLang="zh-CN" dirty="0" err="1"/>
              <a:t>plot_path</a:t>
            </a:r>
            <a:r>
              <a:rPr lang="en-US" altLang="zh-CN" dirty="0"/>
              <a:t>=None):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320F2C-E6F3-39BE-586B-F8CF37136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796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用于画出底座（</a:t>
            </a:r>
            <a:r>
              <a:rPr lang="en-US" altLang="zh-CN" dirty="0"/>
              <a:t>base</a:t>
            </a:r>
            <a:r>
              <a:rPr lang="zh-CN" altLang="en-US" dirty="0"/>
              <a:t>）读数的每一维（比如 </a:t>
            </a:r>
            <a:r>
              <a:rPr lang="en-US" altLang="zh-CN" dirty="0" err="1"/>
              <a:t>linear_vel</a:t>
            </a:r>
            <a:r>
              <a:rPr lang="en-US" altLang="zh-CN" dirty="0"/>
              <a:t>, </a:t>
            </a:r>
            <a:r>
              <a:rPr lang="en-US" altLang="zh-CN" dirty="0" err="1"/>
              <a:t>angular_vel</a:t>
            </a:r>
            <a:r>
              <a:rPr lang="zh-CN" altLang="en-US" dirty="0"/>
              <a:t>），并叠加不同窗口长度的移动平均（</a:t>
            </a:r>
            <a:r>
              <a:rPr lang="en-US" altLang="zh-CN" dirty="0"/>
              <a:t>smoothing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调用语句：</a:t>
            </a:r>
            <a:r>
              <a:rPr lang="en-US" altLang="zh-CN" dirty="0" err="1"/>
              <a:t>visualize_base</a:t>
            </a:r>
            <a:r>
              <a:rPr lang="en-US" altLang="zh-CN" dirty="0"/>
              <a:t>(</a:t>
            </a:r>
            <a:r>
              <a:rPr lang="en-US" altLang="zh-CN" dirty="0" err="1"/>
              <a:t>base_action</a:t>
            </a:r>
            <a:r>
              <a:rPr lang="en-US" altLang="zh-CN" dirty="0"/>
              <a:t>, </a:t>
            </a:r>
            <a:r>
              <a:rPr lang="en-US" altLang="zh-CN" dirty="0" err="1"/>
              <a:t>plot_path</a:t>
            </a:r>
            <a:r>
              <a:rPr lang="en-US" altLang="zh-CN" dirty="0"/>
              <a:t>=</a:t>
            </a:r>
            <a:r>
              <a:rPr lang="en-US" altLang="zh-CN" dirty="0" err="1"/>
              <a:t>os.path.join</a:t>
            </a:r>
            <a:r>
              <a:rPr lang="en-US" altLang="zh-CN" dirty="0"/>
              <a:t>(</a:t>
            </a:r>
            <a:r>
              <a:rPr lang="en-US" altLang="zh-CN" dirty="0" err="1"/>
              <a:t>dataset_dir</a:t>
            </a:r>
            <a:r>
              <a:rPr lang="en-US" altLang="zh-CN" dirty="0"/>
              <a:t>, </a:t>
            </a:r>
            <a:r>
              <a:rPr lang="en-US" altLang="zh-CN" dirty="0" err="1"/>
              <a:t>dataset_name</a:t>
            </a:r>
            <a:r>
              <a:rPr lang="en-US" altLang="zh-CN" dirty="0"/>
              <a:t> + '_base_action.png'))</a:t>
            </a:r>
          </a:p>
          <a:p>
            <a:r>
              <a:rPr lang="en-US" altLang="zh-CN" dirty="0" err="1"/>
              <a:t>base_action</a:t>
            </a:r>
            <a:r>
              <a:rPr lang="zh-CN" altLang="en-US" dirty="0"/>
              <a:t>是</a:t>
            </a:r>
            <a:r>
              <a:rPr lang="en-US" altLang="zh-CN" dirty="0"/>
              <a:t>hdf5</a:t>
            </a:r>
            <a:r>
              <a:rPr lang="zh-CN" altLang="en-US" dirty="0"/>
              <a:t>中的机器人底盘速度，</a:t>
            </a:r>
            <a:r>
              <a:rPr lang="en-US" altLang="zh-CN" dirty="0" err="1"/>
              <a:t>plot_path</a:t>
            </a:r>
            <a:r>
              <a:rPr lang="en-US" altLang="zh-CN" dirty="0"/>
              <a:t>:</a:t>
            </a:r>
            <a:r>
              <a:rPr lang="zh-CN" altLang="en-US" dirty="0"/>
              <a:t>图像保存路径为</a:t>
            </a:r>
            <a:r>
              <a:rPr lang="en-US" altLang="zh-CN" dirty="0" err="1"/>
              <a:t>dataset_dir</a:t>
            </a:r>
            <a:r>
              <a:rPr lang="en-US" altLang="zh-CN" dirty="0"/>
              <a:t>/dataset_name_base_action.png</a:t>
            </a:r>
          </a:p>
          <a:p>
            <a:pPr marL="0" indent="0">
              <a:buNone/>
            </a:pPr>
            <a:br>
              <a:rPr lang="en-US" altLang="zh-CN" dirty="0"/>
            </a:b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8690FB-32D0-2EE2-9EB4-79D890656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86" y="4401501"/>
            <a:ext cx="5432400" cy="295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76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BD269-06F5-F705-917B-BD6D6497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620154-7BEC-4AF6-EC13-53B698AFC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上述两个可视化函数逻辑较为类似，都会将输入的列表转化为</a:t>
            </a:r>
            <a:r>
              <a:rPr lang="en-US" altLang="zh-CN" dirty="0" err="1"/>
              <a:t>numpy</a:t>
            </a:r>
            <a:r>
              <a:rPr lang="zh-CN" altLang="en-US" dirty="0"/>
              <a:t>数组，获取时间步数和维度数并创建子图，之后遍历各维度绘制并保存图像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783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720</Words>
  <Application>Microsoft Office PowerPoint</Application>
  <PresentationFormat>宽屏</PresentationFormat>
  <Paragraphs>34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visualize_episodes代码解析</vt:lpstr>
      <vt:lpstr>总结</vt:lpstr>
      <vt:lpstr>调用命令行</vt:lpstr>
      <vt:lpstr>结果示例</vt:lpstr>
      <vt:lpstr>全局变量</vt:lpstr>
      <vt:lpstr>def load_hdf5(dataset_dir, dataset_name)</vt:lpstr>
      <vt:lpstr>def main(args):</vt:lpstr>
      <vt:lpstr>def save_videos(video, actions, dt,video_path=None)</vt:lpstr>
      <vt:lpstr>PowerPoint 演示文稿</vt:lpstr>
      <vt:lpstr>def visualize_joints(qpos_list, command_list, plot_path=None, ylim=None, label_overwrite=None) </vt:lpstr>
      <vt:lpstr>def visualize_base(readings, plot_path=None):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BF H</dc:creator>
  <cp:lastModifiedBy>BF H</cp:lastModifiedBy>
  <cp:revision>72</cp:revision>
  <dcterms:created xsi:type="dcterms:W3CDTF">2025-12-05T02:09:33Z</dcterms:created>
  <dcterms:modified xsi:type="dcterms:W3CDTF">2025-12-06T02:25:36Z</dcterms:modified>
</cp:coreProperties>
</file>